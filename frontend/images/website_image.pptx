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1520488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932"/>
    <p:restoredTop sz="94733"/>
  </p:normalViewPr>
  <p:slideViewPr>
    <p:cSldViewPr snapToGrid="0">
      <p:cViewPr>
        <p:scale>
          <a:sx n="107" d="100"/>
          <a:sy n="107" d="100"/>
        </p:scale>
        <p:origin x="776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E71FD-FB36-FB4D-B8DB-A65E5D3EC30F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0EC1-56AB-0546-B3BD-6974A8C29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878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E71FD-FB36-FB4D-B8DB-A65E5D3EC30F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0EC1-56AB-0546-B3BD-6974A8C29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939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3" y="1615545"/>
            <a:ext cx="9936421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3" y="4336618"/>
            <a:ext cx="9936421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E71FD-FB36-FB4D-B8DB-A65E5D3EC30F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0EC1-56AB-0546-B3BD-6974A8C29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32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1725046"/>
            <a:ext cx="4896207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1725046"/>
            <a:ext cx="4896207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E71FD-FB36-FB4D-B8DB-A65E5D3EC30F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0EC1-56AB-0546-B3BD-6974A8C29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356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345010"/>
            <a:ext cx="9936421" cy="1252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1588543"/>
            <a:ext cx="4873706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2367064"/>
            <a:ext cx="4873706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7" y="1588543"/>
            <a:ext cx="489770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7" y="2367064"/>
            <a:ext cx="4897708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E71FD-FB36-FB4D-B8DB-A65E5D3EC30F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0EC1-56AB-0546-B3BD-6974A8C29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572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E71FD-FB36-FB4D-B8DB-A65E5D3EC30F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0EC1-56AB-0546-B3BD-6974A8C29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07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E71FD-FB36-FB4D-B8DB-A65E5D3EC30F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0EC1-56AB-0546-B3BD-6974A8C29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2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E71FD-FB36-FB4D-B8DB-A65E5D3EC30F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0EC1-56AB-0546-B3BD-6974A8C29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53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933026"/>
            <a:ext cx="5832247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E71FD-FB36-FB4D-B8DB-A65E5D3EC30F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0EC1-56AB-0546-B3BD-6974A8C29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24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E71FD-FB36-FB4D-B8DB-A65E5D3EC30F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0EC1-56AB-0546-B3BD-6974A8C29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26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49" y="345009"/>
            <a:ext cx="2484105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345009"/>
            <a:ext cx="7308310" cy="54916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E71FD-FB36-FB4D-B8DB-A65E5D3EC30F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0EC1-56AB-0546-B3BD-6974A8C29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74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3E71FD-FB36-FB4D-B8DB-A65E5D3EC30F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AB0EC1-56AB-0546-B3BD-6974A8C29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65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4DBC98-E64D-96AA-69C3-2F607BB04E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46" t="6562" r="43338" b="14798"/>
          <a:stretch>
            <a:fillRect/>
          </a:stretch>
        </p:blipFill>
        <p:spPr>
          <a:xfrm>
            <a:off x="8543027" y="3121335"/>
            <a:ext cx="2838204" cy="3004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C0FCE5-1822-A0FF-B086-AD37DF9E74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146" t="6562" r="43338" b="14798"/>
          <a:stretch>
            <a:fillRect/>
          </a:stretch>
        </p:blipFill>
        <p:spPr>
          <a:xfrm>
            <a:off x="2940513" y="3121335"/>
            <a:ext cx="2838204" cy="30044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83522A-6C24-62BC-D423-05B55E4BF2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146" t="6562" r="43338" b="14798"/>
          <a:stretch>
            <a:fillRect/>
          </a:stretch>
        </p:blipFill>
        <p:spPr>
          <a:xfrm>
            <a:off x="5741770" y="3121335"/>
            <a:ext cx="2838203" cy="3004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9F447D-0DD8-3D34-C022-BF44328A55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146" t="6562" r="43338" b="14798"/>
          <a:stretch>
            <a:fillRect/>
          </a:stretch>
        </p:blipFill>
        <p:spPr>
          <a:xfrm>
            <a:off x="139257" y="3121335"/>
            <a:ext cx="2838203" cy="30044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6C02FBC-6E54-6C0D-BF53-573605D4F6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146" t="6562" r="43338" b="14798"/>
          <a:stretch>
            <a:fillRect/>
          </a:stretch>
        </p:blipFill>
        <p:spPr>
          <a:xfrm>
            <a:off x="5741771" y="24843"/>
            <a:ext cx="2838203" cy="30044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D26D47-6835-F794-9246-049AF97A384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146" t="6562" r="43338" b="14798"/>
          <a:stretch>
            <a:fillRect/>
          </a:stretch>
        </p:blipFill>
        <p:spPr>
          <a:xfrm>
            <a:off x="8543028" y="24843"/>
            <a:ext cx="2838203" cy="30044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644462F-BC31-A643-DCDA-E87A84E9037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0146" t="6562" r="43338" b="14798"/>
          <a:stretch>
            <a:fillRect/>
          </a:stretch>
        </p:blipFill>
        <p:spPr>
          <a:xfrm>
            <a:off x="2940514" y="24843"/>
            <a:ext cx="2838202" cy="30044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1695D40-BED3-6E5D-FCB8-AD5D016F453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0137" t="6562" r="43347" b="14798"/>
          <a:stretch>
            <a:fillRect/>
          </a:stretch>
        </p:blipFill>
        <p:spPr>
          <a:xfrm>
            <a:off x="139257" y="24843"/>
            <a:ext cx="2838202" cy="300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639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Andrea Gatti</dc:creator>
  <cp:lastModifiedBy>Anthony Andrea Gatti</cp:lastModifiedBy>
  <cp:revision>3</cp:revision>
  <dcterms:created xsi:type="dcterms:W3CDTF">2025-12-17T19:20:25Z</dcterms:created>
  <dcterms:modified xsi:type="dcterms:W3CDTF">2025-12-17T19:33:58Z</dcterms:modified>
</cp:coreProperties>
</file>